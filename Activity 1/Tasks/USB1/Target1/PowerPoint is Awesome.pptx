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06050-C607-4BD3-BB9F-E4E968476152}" type="datetimeFigureOut">
              <a:rPr lang="en-US" smtClean="0"/>
              <a:t>4/23/2013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8A69E-C030-43C2-9A07-BF63997833E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PowerPoint is Awesome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ppt-toolkit.com/wp-content/uploads/2012/08/you-suck-at-powerpoint1-500x37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096294"/>
            <a:ext cx="4762500" cy="3533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http://www.slidegeeks.com/pics/tpl/l/a/awesome_colored_ducks_animals_powerpoint_templates_and_powerpoint_backgrounds_0211_title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862931"/>
            <a:ext cx="5334000" cy="400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http://cache.gawkerassets.com/assets/images/4/2011/11/042a5a4c76fa12578e73beee391bcc4d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ttp://seoaware.com/wp-content/uploads/2010/05/Joe-Hall-Powerpoint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000" y="1958181"/>
            <a:ext cx="508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is Awesome</vt:lpstr>
      <vt:lpstr>Slide 2</vt:lpstr>
      <vt:lpstr>Slide 3</vt:lpstr>
      <vt:lpstr>Slide 4</vt:lpstr>
      <vt:lpstr>Slide 5</vt:lpstr>
    </vt:vector>
  </TitlesOfParts>
  <Manager>Me</Manager>
  <Company>Motivational Speakers Anonymous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Point is Awesome</dc:title>
  <dc:subject>I live in a van</dc:subject>
  <dc:creator>Matt Foley</dc:creator>
  <cp:keywords>down by the river</cp:keywords>
  <cp:revision>99999</cp:revision>
  <dcterms:created xsi:type="dcterms:W3CDTF">2013-04-24T00:50:20Z</dcterms:created>
  <dcterms:modified xsi:type="dcterms:W3CDTF">2013-04-24T01:00:08Z</dcterms:modified>
  <cp:version>99999</cp:version>
</cp:coreProperties>
</file>